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DOCUMENT — generated for the RAG Engineering course. Fictional organisation. Not a real record.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 year utilisation was 68.1%. The Zaria line ran at 104% of nameplate in August and September. Do not disclose the nameplate overrun externally — it reflects a temporary feedstock blend that is not repeatable.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Internal estimate of remaining capital requirement for Ogbomoso is NGN 2.4 billion, of which NGN 1.6 billion is uncommitted. This figure has not been disclosed in the annual report and should not be quoted outside this room.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approved closures are Offa, Ekpoma and Bonny. Board directed that no closure proceed in Borno or Adamawa without a further paper.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Capital outlay estimated at NGN 1.9 billion, payback thirty-one months at current tariffs. Mrs Bello requested a re-run at a gas price twenty-five per cent above base case.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Kaduna Agro Processing Limited</a:t>
            </a:r>
          </a:p>
        </p:txBody>
      </p:sp>
      <p:sp>
        <p:nvSpPr>
          <p:cNvPr id="3" name="Subtitle 2"/>
          <p:cNvSpPr>
            <a:spLocks noGrp="1"/>
          </p:cNvSpPr>
          <p:nvPr>
            <p:ph type="subTitle" idx="1"/>
          </p:nvPr>
        </p:nvSpPr>
        <p:spPr/>
        <p:txBody>
          <a:bodyPr/>
          <a:lstStyle/>
          <a:p>
            <a:r>
              <a:t>Board Strategy Session — January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Operational performance 2024</a:t>
            </a:r>
          </a:p>
        </p:txBody>
      </p:sp>
      <p:sp>
        <p:nvSpPr>
          <p:cNvPr id="3" name="Content Placeholder 2"/>
          <p:cNvSpPr>
            <a:spLocks noGrp="1"/>
          </p:cNvSpPr>
          <p:nvPr>
            <p:ph idx="1"/>
          </p:nvPr>
        </p:nvSpPr>
        <p:spPr/>
        <p:txBody>
          <a:bodyPr/>
          <a:lstStyle/>
          <a:p>
            <a:r>
              <a:rPr sz="1800"/>
              <a:t>Throughput 271,400 tonnes</a:t>
            </a:r>
          </a:p>
          <a:p>
            <a:pPr/>
            <a:r>
              <a:rPr sz="1800"/>
              <a:t>Utilisation 79.8% against installed capacity</a:t>
            </a:r>
          </a:p>
          <a:p>
            <a:pPr/>
            <a:r>
              <a:rPr sz="1800"/>
              <a:t>Zaria second line commissioned April 2024</a:t>
            </a:r>
          </a:p>
          <a:p>
            <a:pPr/>
            <a:r>
              <a:rPr sz="1800"/>
              <a:t>Unplanned downtime reduced following boiler replacement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Ogbomoso commissioning</a:t>
            </a:r>
          </a:p>
        </p:txBody>
      </p:sp>
      <p:sp>
        <p:nvSpPr>
          <p:cNvPr id="3" name="Content Placeholder 2"/>
          <p:cNvSpPr>
            <a:spLocks noGrp="1"/>
          </p:cNvSpPr>
          <p:nvPr>
            <p:ph idx="1"/>
          </p:nvPr>
        </p:nvSpPr>
        <p:spPr/>
        <p:txBody>
          <a:bodyPr/>
          <a:lstStyle/>
          <a:p>
            <a:r>
              <a:rPr sz="1800"/>
              <a:t>Land title matters resolved December 2024</a:t>
            </a:r>
          </a:p>
          <a:p>
            <a:pPr/>
            <a:r>
              <a:rPr sz="1800"/>
              <a:t>Civil works 61% complete</a:t>
            </a:r>
          </a:p>
          <a:p>
            <a:pPr/>
            <a:r>
              <a:rPr sz="1800"/>
              <a:t>Commissioning targeted H2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Network consolidation</a:t>
            </a:r>
          </a:p>
        </p:txBody>
      </p:sp>
      <p:sp>
        <p:nvSpPr>
          <p:cNvPr id="3" name="Content Placeholder 2"/>
          <p:cNvSpPr>
            <a:spLocks noGrp="1"/>
          </p:cNvSpPr>
          <p:nvPr>
            <p:ph idx="1"/>
          </p:nvPr>
        </p:nvSpPr>
        <p:spPr/>
        <p:txBody>
          <a:bodyPr/>
          <a:lstStyle/>
          <a:p>
            <a:r>
              <a:rPr sz="1800"/>
              <a:t>46 distribution points at year end</a:t>
            </a:r>
          </a:p>
          <a:p>
            <a:pPr/>
            <a:r>
              <a:rPr sz="1800"/>
              <a:t>Three closures approved outside the North East</a:t>
            </a:r>
          </a:p>
          <a:p>
            <a:pPr/>
            <a:r>
              <a:rPr sz="1800"/>
              <a:t>North East closures deferred pending community impact paper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Energy strategy</a:t>
            </a:r>
          </a:p>
        </p:txBody>
      </p:sp>
      <p:sp>
        <p:nvSpPr>
          <p:cNvPr id="3" name="Content Placeholder 2"/>
          <p:cNvSpPr>
            <a:spLocks noGrp="1"/>
          </p:cNvSpPr>
          <p:nvPr>
            <p:ph idx="1"/>
          </p:nvPr>
        </p:nvSpPr>
        <p:spPr/>
        <p:txBody>
          <a:bodyPr/>
          <a:lstStyle/>
          <a:p>
            <a:r>
              <a:rPr sz="1800"/>
              <a:t>Energy 31% of cost of sales, up from 24%</a:t>
            </a:r>
          </a:p>
          <a:p>
            <a:pPr/>
            <a:r>
              <a:rPr sz="1800"/>
              <a:t>Captive gas generation feasibility completed</a:t>
            </a:r>
          </a:p>
          <a:p>
            <a:pPr/>
            <a:r>
              <a:rPr sz="1800"/>
              <a:t>Decision deferred to January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